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73" r:id="rId2"/>
    <p:sldId id="256" r:id="rId3"/>
    <p:sldId id="268" r:id="rId4"/>
    <p:sldId id="269" r:id="rId5"/>
    <p:sldId id="270" r:id="rId6"/>
    <p:sldId id="274" r:id="rId7"/>
    <p:sldId id="271" r:id="rId8"/>
    <p:sldId id="272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963D"/>
    <a:srgbClr val="776612"/>
    <a:srgbClr val="FDDB89"/>
    <a:srgbClr val="FCECAE"/>
    <a:srgbClr val="AA988F"/>
    <a:srgbClr val="BE7C26"/>
    <a:srgbClr val="F7C05A"/>
    <a:srgbClr val="BF5A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20"/>
    <p:restoredTop sz="95000" autoAdjust="0"/>
  </p:normalViewPr>
  <p:slideViewPr>
    <p:cSldViewPr snapToGrid="0">
      <p:cViewPr varScale="1">
        <p:scale>
          <a:sx n="120" d="100"/>
          <a:sy n="120" d="100"/>
        </p:scale>
        <p:origin x="10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E0D744-E84F-6343-A86E-B978A19DD840}" type="datetimeFigureOut">
              <a:rPr lang="en-US" smtClean="0"/>
              <a:t>8/3/26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38C1E9-10D7-BC49-9440-411BDAEE25A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083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38C1E9-10D7-BC49-9440-411BDAEE25A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6312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38C1E9-10D7-BC49-9440-411BDAEE25A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631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7A4AEA7-C69E-EC95-FA96-07651E7F961E}"/>
              </a:ext>
            </a:extLst>
          </p:cNvPr>
          <p:cNvSpPr/>
          <p:nvPr userDrawn="1"/>
        </p:nvSpPr>
        <p:spPr>
          <a:xfrm>
            <a:off x="0" y="5873610"/>
            <a:ext cx="12192000" cy="984390"/>
          </a:xfrm>
          <a:prstGeom prst="rect">
            <a:avLst/>
          </a:prstGeom>
          <a:solidFill>
            <a:srgbClr val="BE7C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823CD2-D686-F273-ACE8-AC6A5193C3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33032" y="3601484"/>
            <a:ext cx="10420768" cy="1488697"/>
          </a:xfrm>
        </p:spPr>
        <p:txBody>
          <a:bodyPr anchor="b"/>
          <a:lstStyle>
            <a:lvl1pPr algn="l">
              <a:defRPr sz="2800" b="0" i="0">
                <a:latin typeface="Helvetica Light" panose="020B0403020202020204" pitchFamily="34" charset="0"/>
              </a:defRPr>
            </a:lvl1pPr>
          </a:lstStyle>
          <a:p>
            <a:r>
              <a:rPr lang="en-GB" dirty="0"/>
              <a:t>Title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5907D2-0D25-00D2-327C-3DF761F69FE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3032" y="5195330"/>
            <a:ext cx="10420768" cy="47847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b="0" i="0">
                <a:latin typeface="Helvetica Light" panose="020B04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2A7B7-97FF-9CD1-FD2F-BCF95653E6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51602" y="6470650"/>
            <a:ext cx="885024" cy="365125"/>
          </a:xfrm>
        </p:spPr>
        <p:txBody>
          <a:bodyPr/>
          <a:lstStyle/>
          <a:p>
            <a:fld id="{2CA05847-19ED-4347-AEF2-B952E6249A27}" type="datetime1">
              <a:rPr lang="en-US" smtClean="0"/>
              <a:t>8/3/26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FDF7C-F842-163C-A5D7-8DC89EC54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 descr="A logo of university of moratuna&#10;&#10;Description automatically generated">
            <a:extLst>
              <a:ext uri="{FF2B5EF4-FFF2-40B4-BE49-F238E27FC236}">
                <a16:creationId xmlns:a16="http://schemas.microsoft.com/office/drawing/2014/main" id="{10FCD895-49D4-2C2B-0DDA-EB174522DF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5810152"/>
            <a:ext cx="993179" cy="10478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EE5BC98-C9BE-F182-327E-BA1B46C3C367}"/>
              </a:ext>
            </a:extLst>
          </p:cNvPr>
          <p:cNvSpPr txBox="1"/>
          <p:nvPr userDrawn="1"/>
        </p:nvSpPr>
        <p:spPr>
          <a:xfrm>
            <a:off x="5062822" y="6078801"/>
            <a:ext cx="34991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UNIVERSITY OF </a:t>
            </a:r>
            <a:r>
              <a:rPr lang="en-US" sz="16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  <a:cs typeface="Bangla Sangam MN" panose="02000000000000000000" pitchFamily="2" charset="0"/>
              </a:rPr>
              <a:t>MORATUWA</a:t>
            </a:r>
            <a:br>
              <a:rPr lang="en-US" sz="16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en-US" sz="12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Centre for Open and Distance Learning</a:t>
            </a:r>
            <a:endParaRPr lang="en-US" sz="1600" b="1" dirty="0">
              <a:solidFill>
                <a:schemeClr val="bg1"/>
              </a:solidFill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4F38F87-AB65-252B-4161-C4F3025B79B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22189" b="28622"/>
          <a:stretch>
            <a:fillRect/>
          </a:stretch>
        </p:blipFill>
        <p:spPr>
          <a:xfrm>
            <a:off x="0" y="0"/>
            <a:ext cx="12192000" cy="317452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1BCC698-00FA-02AC-2EC8-E03C42F0832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798490" y="6097902"/>
            <a:ext cx="555310" cy="55531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C8C88C4-B11C-9D28-79DC-BE2A7143E42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492998" y="6089239"/>
            <a:ext cx="547928" cy="54792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9CDFCA1-516B-CA9E-9106-61501DE8953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32376" y="6146958"/>
            <a:ext cx="39497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484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B6725CB-DD15-E2D5-8817-D451B2847E89}"/>
              </a:ext>
            </a:extLst>
          </p:cNvPr>
          <p:cNvSpPr/>
          <p:nvPr userDrawn="1"/>
        </p:nvSpPr>
        <p:spPr>
          <a:xfrm>
            <a:off x="0" y="6386513"/>
            <a:ext cx="12247233" cy="471487"/>
          </a:xfrm>
          <a:prstGeom prst="rect">
            <a:avLst/>
          </a:prstGeom>
          <a:solidFill>
            <a:srgbClr val="D896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5D97062-BBA5-C8F4-B8C5-FC4B9E6AC3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1773" y="6467507"/>
            <a:ext cx="333792" cy="3337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466E85E-58C5-3FDA-6529-8BC9EE028FC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42337" y="6478912"/>
            <a:ext cx="329714" cy="32971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2DB0DD7-EFDB-94C9-A0F9-DFF73169462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91428" y="6464962"/>
            <a:ext cx="337679" cy="33767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8678ECB-9A15-B439-AF83-8F512B9DD04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952765" y="6467688"/>
            <a:ext cx="2848362" cy="329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16F693-A763-0D6D-D42F-7AAE7F4D2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6455"/>
          </a:xfrm>
        </p:spPr>
        <p:txBody>
          <a:bodyPr>
            <a:normAutofit/>
          </a:bodyPr>
          <a:lstStyle>
            <a:lvl1pPr>
              <a:defRPr sz="3200" b="0" i="0">
                <a:latin typeface="Helvetica Light" panose="020B0403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9FEBE-C4E2-45C5-F282-8D45A2646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718"/>
            <a:ext cx="10515600" cy="4881245"/>
          </a:xfrm>
        </p:spPr>
        <p:txBody>
          <a:bodyPr/>
          <a:lstStyle>
            <a:lvl1pPr>
              <a:defRPr sz="2400" b="0" i="0">
                <a:latin typeface="Helvetica Light" panose="020B0403020202020204" pitchFamily="34" charset="0"/>
              </a:defRPr>
            </a:lvl1pPr>
            <a:lvl2pPr>
              <a:defRPr sz="2000" b="0" i="0">
                <a:latin typeface="Helvetica Light" panose="020B0403020202020204" pitchFamily="34" charset="0"/>
              </a:defRPr>
            </a:lvl2pPr>
            <a:lvl3pPr>
              <a:defRPr sz="1600" b="0" i="0">
                <a:latin typeface="Helvetica Light" panose="020B0403020202020204" pitchFamily="34" charset="0"/>
              </a:defRPr>
            </a:lvl3pPr>
            <a:lvl4pPr>
              <a:defRPr sz="1400" b="0" i="0">
                <a:latin typeface="Helvetica Light" panose="020B0403020202020204" pitchFamily="34" charset="0"/>
              </a:defRPr>
            </a:lvl4pPr>
            <a:lvl5pPr>
              <a:defRPr sz="1200" b="0" i="0">
                <a:latin typeface="Helvetica Light" panose="020B0403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535BE-12FB-ABC9-1582-FEA1C5A9E9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82025" y="6451600"/>
            <a:ext cx="2743200" cy="365125"/>
          </a:xfrm>
        </p:spPr>
        <p:txBody>
          <a:bodyPr/>
          <a:lstStyle/>
          <a:p>
            <a:fld id="{858B1FD3-4AEA-41A5-943D-86B4B96C521D}" type="datetime1">
              <a:rPr lang="en-US" smtClean="0"/>
              <a:t>8/3/26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1F0D1-18D2-E00A-1709-989FADF31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9BF95-FD3F-9D31-E0D8-D1B7C1BE6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210D4-8309-FA4E-999D-6938C4C3C7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3919E0-AD3E-C694-05D7-9C8811DCBB6C}"/>
              </a:ext>
            </a:extLst>
          </p:cNvPr>
          <p:cNvSpPr txBox="1"/>
          <p:nvPr userDrawn="1"/>
        </p:nvSpPr>
        <p:spPr>
          <a:xfrm>
            <a:off x="4346425" y="6456645"/>
            <a:ext cx="3499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UNIVERSITY OF </a:t>
            </a:r>
            <a:r>
              <a:rPr lang="en-US" sz="10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  <a:cs typeface="Bangla Sangam MN" panose="02000000000000000000" pitchFamily="2" charset="0"/>
              </a:rPr>
              <a:t>MORATUWA</a:t>
            </a:r>
            <a:br>
              <a:rPr lang="en-US" sz="10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en-US" sz="8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Centre for Open and  Distance Learning</a:t>
            </a:r>
            <a:endParaRPr lang="en-US" sz="1000" b="1" dirty="0">
              <a:solidFill>
                <a:schemeClr val="bg1"/>
              </a:solidFill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2290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4B7258-7DF7-6F12-F6A4-FA86F2096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392C8-15D6-5420-8CC6-1FE77A02D7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79B64-BBDE-4ED8-6931-53EFBEE506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706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BE1F675-7703-4C18-A059-3C6B370B5644}" type="datetime1">
              <a:rPr lang="en-US" smtClean="0"/>
              <a:t>8/3/26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29463-8263-DA6C-1CA8-766FCBB6BC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706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1E67D-10E4-C059-B683-7A8710201B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706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863210D4-8309-FA4E-999D-6938C4C3C70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751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43855B9-DB2C-F27C-5B9D-47B749731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088758"/>
            <a:ext cx="8005665" cy="1488697"/>
          </a:xfrm>
        </p:spPr>
        <p:txBody>
          <a:bodyPr>
            <a:normAutofit fontScale="90000"/>
          </a:bodyPr>
          <a:lstStyle/>
          <a:p>
            <a:pPr>
              <a:defRPr sz="2800"/>
            </a:pPr>
            <a:r>
              <a:rPr sz="4800" b="1" dirty="0">
                <a:solidFill>
                  <a:srgbClr val="C00000"/>
                </a:solidFill>
              </a:rPr>
              <a:t>AI in Fashion Design Practice </a:t>
            </a:r>
            <a:br>
              <a:rPr lang="en-US" dirty="0"/>
            </a:br>
            <a:r>
              <a:rPr lang="en-US" sz="2000" b="1" dirty="0"/>
              <a:t>A Review of Designer Adaptation to Artificial Intelligence</a:t>
            </a:r>
            <a:endParaRPr sz="2000" b="1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EB532A-0E1B-B62C-36B8-F727E5151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74077-899A-4B14-AB6E-0313F990C7DA}" type="datetime1">
              <a:rPr lang="en-US" smtClean="0"/>
              <a:t>8/3/26</a:t>
            </a:fld>
            <a:endParaRPr lang="en-US" dirty="0"/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BA66F8A6-43E3-39EA-BD22-C909DD04FFF6}"/>
              </a:ext>
            </a:extLst>
          </p:cNvPr>
          <p:cNvSpPr txBox="1">
            <a:spLocks/>
          </p:cNvSpPr>
          <p:nvPr/>
        </p:nvSpPr>
        <p:spPr>
          <a:xfrm>
            <a:off x="270588" y="4302076"/>
            <a:ext cx="3834881" cy="14886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chemeClr val="tx1"/>
                </a:solidFill>
                <a:latin typeface="Helvetica Light" panose="020B0403020202020204" pitchFamily="34" charset="0"/>
                <a:ea typeface="+mj-ea"/>
                <a:cs typeface="+mj-cs"/>
              </a:defRPr>
            </a:lvl1pPr>
          </a:lstStyle>
          <a:p>
            <a:pPr algn="ctr">
              <a:defRPr sz="2800"/>
            </a:pPr>
            <a:r>
              <a:rPr lang="en-US" sz="1400" b="1" dirty="0">
                <a:solidFill>
                  <a:srgbClr val="C00000"/>
                </a:solidFill>
              </a:rPr>
              <a:t> </a:t>
            </a:r>
            <a:br>
              <a:rPr lang="en-US" sz="1400" dirty="0"/>
            </a:br>
            <a:r>
              <a:rPr lang="en-US" sz="1400" b="1" dirty="0"/>
              <a:t>Dulashi Kongahawaththa </a:t>
            </a:r>
            <a:br>
              <a:rPr lang="en-US" sz="1400" b="1" dirty="0"/>
            </a:br>
            <a:r>
              <a:rPr lang="en-US" sz="1200" dirty="0"/>
              <a:t>Department of Textile and Apparel Engineering</a:t>
            </a:r>
          </a:p>
          <a:p>
            <a:pPr algn="ctr">
              <a:defRPr sz="2800"/>
            </a:pPr>
            <a:r>
              <a:rPr lang="en-US" sz="1200" dirty="0"/>
              <a:t>University of Moratuwa</a:t>
            </a:r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1F26419D-2954-534C-8DE9-C479F97D0B8F}"/>
              </a:ext>
            </a:extLst>
          </p:cNvPr>
          <p:cNvSpPr txBox="1">
            <a:spLocks/>
          </p:cNvSpPr>
          <p:nvPr/>
        </p:nvSpPr>
        <p:spPr>
          <a:xfrm>
            <a:off x="4138126" y="4302076"/>
            <a:ext cx="3834881" cy="14886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chemeClr val="tx1"/>
                </a:solidFill>
                <a:latin typeface="Helvetica Light" panose="020B0403020202020204" pitchFamily="34" charset="0"/>
                <a:ea typeface="+mj-ea"/>
                <a:cs typeface="+mj-cs"/>
              </a:defRPr>
            </a:lvl1pPr>
          </a:lstStyle>
          <a:p>
            <a:pPr algn="ctr">
              <a:defRPr sz="2800"/>
            </a:pPr>
            <a:r>
              <a:rPr lang="en-US" sz="1400" b="1" dirty="0"/>
              <a:t>Dr. Sumith Gopura</a:t>
            </a:r>
            <a:br>
              <a:rPr lang="en-US" sz="1200" b="1" dirty="0"/>
            </a:br>
            <a:r>
              <a:rPr lang="en-US" sz="1200" dirty="0"/>
              <a:t>Department of Textile and Apparel Engineering</a:t>
            </a:r>
          </a:p>
          <a:p>
            <a:pPr algn="ctr">
              <a:defRPr sz="2800"/>
            </a:pPr>
            <a:r>
              <a:rPr lang="en-US" sz="1200" dirty="0"/>
              <a:t>University of Moratuwa</a:t>
            </a:r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EC690179-1544-7ED0-FCFC-E0AD20154575}"/>
              </a:ext>
            </a:extLst>
          </p:cNvPr>
          <p:cNvSpPr txBox="1">
            <a:spLocks/>
          </p:cNvSpPr>
          <p:nvPr/>
        </p:nvSpPr>
        <p:spPr>
          <a:xfrm>
            <a:off x="8005665" y="4302076"/>
            <a:ext cx="3834881" cy="14886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chemeClr val="tx1"/>
                </a:solidFill>
                <a:latin typeface="Helvetica Light" panose="020B0403020202020204" pitchFamily="34" charset="0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defRPr sz="2800"/>
            </a:pPr>
            <a:r>
              <a:rPr lang="en-US" sz="1400" b="1" dirty="0"/>
              <a:t>Dr. Madeline Taylor</a:t>
            </a:r>
            <a:br>
              <a:rPr lang="en-US" sz="1400" dirty="0"/>
            </a:br>
            <a:r>
              <a:rPr lang="en-US" sz="1200" dirty="0"/>
              <a:t>School of Design </a:t>
            </a:r>
          </a:p>
          <a:p>
            <a:pPr algn="ctr">
              <a:lnSpc>
                <a:spcPct val="100000"/>
              </a:lnSpc>
              <a:defRPr sz="2800"/>
            </a:pPr>
            <a:r>
              <a:rPr lang="en-US" sz="1200" dirty="0"/>
              <a:t>Queensland University of Technology</a:t>
            </a:r>
          </a:p>
        </p:txBody>
      </p:sp>
    </p:spTree>
    <p:extLst>
      <p:ext uri="{BB962C8B-B14F-4D97-AF65-F5344CB8AC3E}">
        <p14:creationId xmlns:p14="http://schemas.microsoft.com/office/powerpoint/2010/main" val="3495631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43855B9-DB2C-F27C-5B9D-47B7497314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FE15B6C6-B1A2-75CE-4997-9076D57665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EB532A-0E1B-B62C-36B8-F727E5151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74077-899A-4B14-AB6E-0313F990C7DA}" type="datetime1">
              <a:rPr lang="en-US" smtClean="0"/>
              <a:t>8/3/26</a:t>
            </a:fld>
            <a:endParaRPr lang="en-US" dirty="0"/>
          </a:p>
        </p:txBody>
      </p:sp>
      <p:pic>
        <p:nvPicPr>
          <p:cNvPr id="12" name="Picture 11" descr="db862810-b9ad-468e-ad55-947c7c536f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359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35b2fa95-581b-4d79-b189-3f76eb3422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9ce685b1-5746-4e67-8352-e685530247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a432d399-6740-41fb-964b-2256fcbef1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D8C90-7169-A5BE-6BAE-DAF72963A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64C53-0389-A77C-AE22-1E2EDF17F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B1FD3-4AEA-41A5-943D-86B4B96C521D}" type="datetime1">
              <a:rPr lang="en-US" smtClean="0"/>
              <a:t>8/3/26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29B23-D003-A595-4F60-85D013C7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210D4-8309-FA4E-999D-6938C4C3C70A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76A4928-40FC-ED4B-4E91-834B978714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1647"/>
          </a:xfrm>
        </p:spPr>
      </p:pic>
    </p:spTree>
    <p:extLst>
      <p:ext uri="{BB962C8B-B14F-4D97-AF65-F5344CB8AC3E}">
        <p14:creationId xmlns:p14="http://schemas.microsoft.com/office/powerpoint/2010/main" val="4208597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5963d9a1-053c-4088-bd20-f36b14b094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e358e3a4-5b93-4269-8f62-48ea3e3808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81E57-4904-1121-F3DD-35620126E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736"/>
            <a:ext cx="10515600" cy="595322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GB" sz="6600" i="1" noProof="0" dirty="0">
                <a:latin typeface="PT Serif" panose="020A0603040505020204" pitchFamily="18" charset="77"/>
              </a:rPr>
              <a:t>Thank you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B1A926-1169-9624-491B-7194F47A9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C01DE-ACE6-410C-A367-B03B5EAE8009}" type="datetime1">
              <a:rPr lang="en-US" smtClean="0"/>
              <a:t>8/3/26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A65A1-14CD-5290-6306-74B3982D6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210D4-8309-FA4E-999D-6938C4C3C70A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64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4752</TotalTime>
  <Words>64</Words>
  <Application>Microsoft Macintosh PowerPoint</Application>
  <PresentationFormat>Widescreen</PresentationFormat>
  <Paragraphs>16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Batang</vt:lpstr>
      <vt:lpstr>Arial</vt:lpstr>
      <vt:lpstr>Calibri</vt:lpstr>
      <vt:lpstr>Calibri Light</vt:lpstr>
      <vt:lpstr>Helvetica Light</vt:lpstr>
      <vt:lpstr>PT Serif</vt:lpstr>
      <vt:lpstr>Office Theme</vt:lpstr>
      <vt:lpstr>AI in Fashion Design Practice  A Review of Designer Adaptation to Artificial Intelligence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Janithapriya Buddhika K. PATHIRAGE DON</dc:creator>
  <cp:lastModifiedBy>Nanayakkara D.K.K.K.</cp:lastModifiedBy>
  <cp:revision>47</cp:revision>
  <dcterms:created xsi:type="dcterms:W3CDTF">2023-10-19T00:48:35Z</dcterms:created>
  <dcterms:modified xsi:type="dcterms:W3CDTF">2026-08-03T07:26:06Z</dcterms:modified>
</cp:coreProperties>
</file>